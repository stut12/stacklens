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Semi Bold" panose="020B0604020202020204" charset="0"/>
      <p:regular r:id="rId13"/>
    </p:embeddedFont>
    <p:embeddedFont>
      <p:font typeface="Inter Medium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67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3933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STACKLENS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Reverse Engineer Any Website. In 60 Seconds.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Team Algo Force· HackIndia Spark 4 ·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270" y="961787"/>
            <a:ext cx="6608683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Was This Website Built?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58270" y="1805345"/>
            <a:ext cx="3818930" cy="1064776"/>
          </a:xfrm>
          <a:prstGeom prst="roundRect">
            <a:avLst>
              <a:gd name="adj" fmla="val 2705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350198" y="1997273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Hours in DevTools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50198" y="2394704"/>
            <a:ext cx="34350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Reading minified code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139601" y="1805345"/>
            <a:ext cx="3818930" cy="1064776"/>
          </a:xfrm>
          <a:prstGeom prst="roundRect">
            <a:avLst>
              <a:gd name="adj" fmla="val 2705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331529" y="1997273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30% Detection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31529" y="2394704"/>
            <a:ext cx="343507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Wappalyzer misses 70%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8270" y="3032522"/>
            <a:ext cx="7800261" cy="1064776"/>
          </a:xfrm>
          <a:prstGeom prst="roundRect">
            <a:avLst>
              <a:gd name="adj" fmla="val 2705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350198" y="3224451"/>
            <a:ext cx="239982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No Context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50198" y="3621881"/>
            <a:ext cx="741640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Why tech choices made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8270" y="4341019"/>
            <a:ext cx="7800261" cy="2399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00"/>
              </a:lnSpc>
              <a:buNone/>
            </a:pPr>
            <a:r>
              <a:rPr lang="en-US" sz="7550" dirty="0">
                <a:solidFill>
                  <a:srgbClr val="FF55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27M+</a:t>
            </a:r>
            <a:r>
              <a:rPr lang="en-US" sz="7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DEVELOPERS</a:t>
            </a:r>
            <a:endParaRPr lang="en-US" sz="7550" dirty="0"/>
          </a:p>
        </p:txBody>
      </p:sp>
      <p:sp>
        <p:nvSpPr>
          <p:cNvPr id="14" name="Text 11"/>
          <p:cNvSpPr/>
          <p:nvPr/>
        </p:nvSpPr>
        <p:spPr>
          <a:xfrm>
            <a:off x="6158270" y="6984325"/>
            <a:ext cx="780026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ask this daily in India alone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264" y="1311235"/>
            <a:ext cx="6335911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PASTE A URL. GET EVERYTHING.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264" y="2169319"/>
            <a:ext cx="337780" cy="3377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6326" y="2227302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1500+ Signatures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086326" y="2616994"/>
            <a:ext cx="327957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Tech stack detection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1264" y="3104317"/>
            <a:ext cx="337780" cy="3377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6326" y="3162300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Component Tree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086326" y="3551992"/>
            <a:ext cx="327957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hierarchy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264" y="4039314"/>
            <a:ext cx="337780" cy="3377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6326" y="4097298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Code Skeleton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086326" y="4486989"/>
            <a:ext cx="327957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Ready to use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5717" y="2169319"/>
            <a:ext cx="337780" cy="3377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85717" y="2664381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Mistral 7B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4785717" y="3054072"/>
            <a:ext cx="37746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explanation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85717" y="3541395"/>
            <a:ext cx="337780" cy="3377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785717" y="4036457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Metrics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4785717" y="4426148"/>
            <a:ext cx="37746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Load, size, HTTPS</a:t>
            </a:r>
            <a:endParaRPr lang="en-US" sz="13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85717" y="4913471"/>
            <a:ext cx="337780" cy="3377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785717" y="5408533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UI Patterns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4785717" y="5798225"/>
            <a:ext cx="37746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Buttons, modals, carousels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591264" y="6317099"/>
            <a:ext cx="7961471" cy="601266"/>
          </a:xfrm>
          <a:prstGeom prst="roundRect">
            <a:avLst>
              <a:gd name="adj" fmla="val 4215"/>
            </a:avLst>
          </a:prstGeom>
          <a:solidFill>
            <a:srgbClr val="BEF3E2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0095" y="6555581"/>
            <a:ext cx="211098" cy="16883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40023" y="6484977"/>
            <a:ext cx="724388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Under 60 seconds. Fully local. Zero API cost. Zero data leaks.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095" y="641033"/>
            <a:ext cx="8240554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4-LAYER INTELLIGENCE ENGINE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3218259" y="1735455"/>
            <a:ext cx="1638776" cy="1238369"/>
          </a:xfrm>
          <a:prstGeom prst="roundRect">
            <a:avLst>
              <a:gd name="adj" fmla="val 2631"/>
            </a:avLst>
          </a:prstGeom>
          <a:solidFill>
            <a:srgbClr val="F2EEE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4890" y="2201823"/>
            <a:ext cx="305395" cy="3053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206" y="1952625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Playwright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074206" y="2416612"/>
            <a:ext cx="5422106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JS render · Catches React, Next.js, Vue, Angular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965621" y="2958584"/>
            <a:ext cx="8796099" cy="15240"/>
          </a:xfrm>
          <a:prstGeom prst="roundRect">
            <a:avLst>
              <a:gd name="adj" fmla="val 213755"/>
            </a:avLst>
          </a:prstGeom>
          <a:solidFill>
            <a:srgbClr val="D8D4D4"/>
          </a:solidFill>
          <a:ln/>
        </p:spPr>
      </p:sp>
      <p:sp>
        <p:nvSpPr>
          <p:cNvPr id="8" name="Shape 5"/>
          <p:cNvSpPr/>
          <p:nvPr/>
        </p:nvSpPr>
        <p:spPr>
          <a:xfrm>
            <a:off x="2398871" y="3082409"/>
            <a:ext cx="3277553" cy="1238369"/>
          </a:xfrm>
          <a:prstGeom prst="roundRect">
            <a:avLst>
              <a:gd name="adj" fmla="val 2631"/>
            </a:avLst>
          </a:prstGeom>
          <a:solidFill>
            <a:srgbClr val="F2EE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4890" y="3548777"/>
            <a:ext cx="305395" cy="3053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3594" y="3299579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HTML Scraping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5893594" y="3763566"/>
            <a:ext cx="3012162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Static sites, WordPress, CMS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785009" y="4305538"/>
            <a:ext cx="7976711" cy="15240"/>
          </a:xfrm>
          <a:prstGeom prst="roundRect">
            <a:avLst>
              <a:gd name="adj" fmla="val 213755"/>
            </a:avLst>
          </a:prstGeom>
          <a:solidFill>
            <a:srgbClr val="D8D4D4"/>
          </a:solidFill>
          <a:ln/>
        </p:spPr>
      </p:sp>
      <p:sp>
        <p:nvSpPr>
          <p:cNvPr id="13" name="Shape 9"/>
          <p:cNvSpPr/>
          <p:nvPr/>
        </p:nvSpPr>
        <p:spPr>
          <a:xfrm>
            <a:off x="1579483" y="4429363"/>
            <a:ext cx="4916329" cy="1238369"/>
          </a:xfrm>
          <a:prstGeom prst="roundRect">
            <a:avLst>
              <a:gd name="adj" fmla="val 2631"/>
            </a:avLst>
          </a:prstGeom>
          <a:solidFill>
            <a:srgbClr val="F2EEE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4890" y="4895731"/>
            <a:ext cx="305395" cy="3053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12982" y="4646533"/>
            <a:ext cx="2683073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HTTP Headers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6712982" y="5110520"/>
            <a:ext cx="2683073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CDN, hosting, server type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604397" y="5652492"/>
            <a:ext cx="7157323" cy="15240"/>
          </a:xfrm>
          <a:prstGeom prst="roundRect">
            <a:avLst>
              <a:gd name="adj" fmla="val 213755"/>
            </a:avLst>
          </a:prstGeom>
          <a:solidFill>
            <a:srgbClr val="D8D4D4"/>
          </a:solidFill>
          <a:ln/>
        </p:spPr>
      </p:sp>
      <p:sp>
        <p:nvSpPr>
          <p:cNvPr id="18" name="Shape 13"/>
          <p:cNvSpPr/>
          <p:nvPr/>
        </p:nvSpPr>
        <p:spPr>
          <a:xfrm>
            <a:off x="760095" y="5776317"/>
            <a:ext cx="6555105" cy="1238369"/>
          </a:xfrm>
          <a:prstGeom prst="roundRect">
            <a:avLst>
              <a:gd name="adj" fmla="val 2631"/>
            </a:avLst>
          </a:prstGeom>
          <a:solidFill>
            <a:srgbClr val="F2EEE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84890" y="6242685"/>
            <a:ext cx="305395" cy="3053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32370" y="5993487"/>
            <a:ext cx="271462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Ollama AI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7532370" y="6457474"/>
            <a:ext cx="2984183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Always returns. Never blank.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60095" y="7248525"/>
            <a:ext cx="13110210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FALLBACK CASCADE</a:t>
            </a: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ensures results every time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9917" y="832366"/>
            <a:ext cx="3713917" cy="46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BUILT WITH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2189917" y="1491020"/>
            <a:ext cx="5076587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2338388" y="1639491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903" y="1762006"/>
            <a:ext cx="200501" cy="2005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38388" y="2182416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Next.js 14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338388" y="2472928"/>
            <a:ext cx="4779645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framework · SSR + routing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63778" y="1491020"/>
            <a:ext cx="5076706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512248" y="1639491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4764" y="1762006"/>
            <a:ext cx="200501" cy="2005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2248" y="2182416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FastAPI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512248" y="2472928"/>
            <a:ext cx="4779764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backend · REST API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189917" y="2915364"/>
            <a:ext cx="5076587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2338388" y="3063835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60903" y="3186351"/>
            <a:ext cx="200501" cy="2005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338388" y="3606760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Playwright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2338388" y="3897273"/>
            <a:ext cx="4779645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Headless Chrome · Layer 1 scraper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63778" y="2915364"/>
            <a:ext cx="5076706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512248" y="3063835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34764" y="3186351"/>
            <a:ext cx="200501" cy="2005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12248" y="3606760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Ollama Mistral 7B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512248" y="3897273"/>
            <a:ext cx="4779764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Local AI · ₹0 cost · 100% offline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2189917" y="4339709"/>
            <a:ext cx="5076587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2338388" y="4488180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60903" y="4610695"/>
            <a:ext cx="200501" cy="2005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338388" y="5031105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Firebase Auth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2338388" y="5321617"/>
            <a:ext cx="4779645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Token auth · Email + password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363778" y="4339709"/>
            <a:ext cx="5076706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29" name="Shape 22"/>
          <p:cNvSpPr/>
          <p:nvPr/>
        </p:nvSpPr>
        <p:spPr>
          <a:xfrm>
            <a:off x="7512248" y="4488180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34764" y="4610695"/>
            <a:ext cx="200501" cy="20050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12248" y="5031105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Firebase Firestore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7512248" y="5321617"/>
            <a:ext cx="4779764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Cache + history · 30min TTL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2189917" y="5764054"/>
            <a:ext cx="5076587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34" name="Shape 26"/>
          <p:cNvSpPr/>
          <p:nvPr/>
        </p:nvSpPr>
        <p:spPr>
          <a:xfrm>
            <a:off x="2338388" y="5912525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0903" y="6035040"/>
            <a:ext cx="200501" cy="20050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338388" y="6455450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Tailwind CSS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2338388" y="6745962"/>
            <a:ext cx="4779645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Utility CSS · Fast build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7363778" y="5764054"/>
            <a:ext cx="5076706" cy="1327071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39" name="Shape 30"/>
          <p:cNvSpPr/>
          <p:nvPr/>
        </p:nvSpPr>
        <p:spPr>
          <a:xfrm>
            <a:off x="7512248" y="5912525"/>
            <a:ext cx="445651" cy="445651"/>
          </a:xfrm>
          <a:prstGeom prst="roundRect">
            <a:avLst>
              <a:gd name="adj" fmla="val 20516246"/>
            </a:avLst>
          </a:prstGeom>
          <a:solidFill>
            <a:srgbClr val="1C9770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34764" y="6035040"/>
            <a:ext cx="200501" cy="20050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512248" y="6455450"/>
            <a:ext cx="18568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Framer Motion</a:t>
            </a:r>
            <a:endParaRPr lang="en-US" sz="1450" dirty="0"/>
          </a:p>
        </p:txBody>
      </p:sp>
      <p:sp>
        <p:nvSpPr>
          <p:cNvPr id="42" name="Text 32"/>
          <p:cNvSpPr/>
          <p:nvPr/>
        </p:nvSpPr>
        <p:spPr>
          <a:xfrm>
            <a:off x="7512248" y="6745962"/>
            <a:ext cx="4779764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Animations + smooth scroll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2189917" y="7200543"/>
            <a:ext cx="10250567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Zero cloud AI costs. Zero data leaks. Everything runs on your machine.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5317" y="1121807"/>
            <a:ext cx="6348651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PRODUCTION-GRADE SECURITY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85317" y="1883807"/>
            <a:ext cx="11459766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hackathon projects have zero. We have six.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85317" y="2499836"/>
            <a:ext cx="5669042" cy="1166574"/>
          </a:xfrm>
          <a:prstGeom prst="roundRect">
            <a:avLst>
              <a:gd name="adj" fmla="val 940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585317" y="2476976"/>
            <a:ext cx="5669042" cy="91440"/>
          </a:xfrm>
          <a:prstGeom prst="roundRect">
            <a:avLst>
              <a:gd name="adj" fmla="val 27245"/>
            </a:avLst>
          </a:prstGeom>
          <a:solidFill>
            <a:srgbClr val="1C9770"/>
          </a:solidFill>
          <a:ln/>
        </p:spPr>
      </p:sp>
      <p:sp>
        <p:nvSpPr>
          <p:cNvPr id="6" name="Shape 4"/>
          <p:cNvSpPr/>
          <p:nvPr/>
        </p:nvSpPr>
        <p:spPr>
          <a:xfrm>
            <a:off x="4170759" y="2250758"/>
            <a:ext cx="498158" cy="498157"/>
          </a:xfrm>
          <a:prstGeom prst="roundRect">
            <a:avLst>
              <a:gd name="adj" fmla="val 183557"/>
            </a:avLst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4320183" y="2375297"/>
            <a:ext cx="19919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74150" y="2915007"/>
            <a:ext cx="207597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SSRF Protection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4150" y="3247430"/>
            <a:ext cx="5291376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Blocks internal IPs, AWS metadata endpoints, localhost attacks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75922" y="2499836"/>
            <a:ext cx="5669161" cy="1166574"/>
          </a:xfrm>
          <a:prstGeom prst="roundRect">
            <a:avLst>
              <a:gd name="adj" fmla="val 940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375922" y="2476976"/>
            <a:ext cx="5669161" cy="91440"/>
          </a:xfrm>
          <a:prstGeom prst="roundRect">
            <a:avLst>
              <a:gd name="adj" fmla="val 27245"/>
            </a:avLst>
          </a:prstGeom>
          <a:solidFill>
            <a:srgbClr val="1C9770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1364" y="2250758"/>
            <a:ext cx="498158" cy="498157"/>
          </a:xfrm>
          <a:prstGeom prst="roundRect">
            <a:avLst>
              <a:gd name="adj" fmla="val 183557"/>
            </a:avLst>
          </a:prstGeom>
          <a:solidFill>
            <a:srgbClr val="1C9770"/>
          </a:solidFill>
          <a:ln/>
        </p:spPr>
      </p:sp>
      <p:sp>
        <p:nvSpPr>
          <p:cNvPr id="13" name="Text 11"/>
          <p:cNvSpPr/>
          <p:nvPr/>
        </p:nvSpPr>
        <p:spPr>
          <a:xfrm>
            <a:off x="10110788" y="2375297"/>
            <a:ext cx="19919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755" y="2915007"/>
            <a:ext cx="207597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64755" y="3247430"/>
            <a:ext cx="5291495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 req/min · 50/hour per IP · HTTP 429 on violation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85317" y="4037052"/>
            <a:ext cx="5669042" cy="1166574"/>
          </a:xfrm>
          <a:prstGeom prst="roundRect">
            <a:avLst>
              <a:gd name="adj" fmla="val 940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85317" y="4014192"/>
            <a:ext cx="5669042" cy="91440"/>
          </a:xfrm>
          <a:prstGeom prst="roundRect">
            <a:avLst>
              <a:gd name="adj" fmla="val 27245"/>
            </a:avLst>
          </a:prstGeom>
          <a:solidFill>
            <a:srgbClr val="1C9770"/>
          </a:solidFill>
          <a:ln/>
        </p:spPr>
      </p:sp>
      <p:sp>
        <p:nvSpPr>
          <p:cNvPr id="18" name="Shape 16"/>
          <p:cNvSpPr/>
          <p:nvPr/>
        </p:nvSpPr>
        <p:spPr>
          <a:xfrm>
            <a:off x="4170759" y="3787973"/>
            <a:ext cx="498158" cy="498157"/>
          </a:xfrm>
          <a:prstGeom prst="roundRect">
            <a:avLst>
              <a:gd name="adj" fmla="val 183557"/>
            </a:avLst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4320183" y="3912513"/>
            <a:ext cx="19919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774150" y="4452223"/>
            <a:ext cx="207597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Firebase Token Auth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4150" y="4784646"/>
            <a:ext cx="5291376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endpoint verified server-side · No bypass possible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75922" y="4037052"/>
            <a:ext cx="5669161" cy="1166574"/>
          </a:xfrm>
          <a:prstGeom prst="roundRect">
            <a:avLst>
              <a:gd name="adj" fmla="val 940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5922" y="4014192"/>
            <a:ext cx="5669161" cy="91440"/>
          </a:xfrm>
          <a:prstGeom prst="roundRect">
            <a:avLst>
              <a:gd name="adj" fmla="val 27245"/>
            </a:avLst>
          </a:prstGeom>
          <a:solidFill>
            <a:srgbClr val="1C9770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1364" y="3787973"/>
            <a:ext cx="498158" cy="498157"/>
          </a:xfrm>
          <a:prstGeom prst="roundRect">
            <a:avLst>
              <a:gd name="adj" fmla="val 183557"/>
            </a:avLst>
          </a:prstGeom>
          <a:solidFill>
            <a:srgbClr val="1C977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10788" y="3912513"/>
            <a:ext cx="19919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64755" y="4452223"/>
            <a:ext cx="207597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XSS Prevention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64755" y="4784646"/>
            <a:ext cx="5291495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Zero dangerouslySetInnerHTML · Safe React tokenizer built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585317" y="5574268"/>
            <a:ext cx="5669042" cy="1166574"/>
          </a:xfrm>
          <a:prstGeom prst="roundRect">
            <a:avLst>
              <a:gd name="adj" fmla="val 940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585317" y="5551408"/>
            <a:ext cx="5669042" cy="91440"/>
          </a:xfrm>
          <a:prstGeom prst="roundRect">
            <a:avLst>
              <a:gd name="adj" fmla="val 27245"/>
            </a:avLst>
          </a:prstGeom>
          <a:solidFill>
            <a:srgbClr val="1C9770"/>
          </a:solidFill>
          <a:ln/>
        </p:spPr>
      </p:sp>
      <p:sp>
        <p:nvSpPr>
          <p:cNvPr id="30" name="Shape 28"/>
          <p:cNvSpPr/>
          <p:nvPr/>
        </p:nvSpPr>
        <p:spPr>
          <a:xfrm>
            <a:off x="4170759" y="5325189"/>
            <a:ext cx="498158" cy="498157"/>
          </a:xfrm>
          <a:prstGeom prst="roundRect">
            <a:avLst>
              <a:gd name="adj" fmla="val 183557"/>
            </a:avLst>
          </a:prstGeom>
          <a:solidFill>
            <a:srgbClr val="1C9770"/>
          </a:solidFill>
          <a:ln/>
        </p:spPr>
      </p:sp>
      <p:sp>
        <p:nvSpPr>
          <p:cNvPr id="31" name="Text 29"/>
          <p:cNvSpPr/>
          <p:nvPr/>
        </p:nvSpPr>
        <p:spPr>
          <a:xfrm>
            <a:off x="4320183" y="5449729"/>
            <a:ext cx="19919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774150" y="5989439"/>
            <a:ext cx="207597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CSP Headers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74150" y="6321862"/>
            <a:ext cx="5291376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Content Security Policy · X-Frame-Options: DENY · nosniff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75922" y="5574268"/>
            <a:ext cx="5669161" cy="1166574"/>
          </a:xfrm>
          <a:prstGeom prst="roundRect">
            <a:avLst>
              <a:gd name="adj" fmla="val 9406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375922" y="5551408"/>
            <a:ext cx="5669161" cy="91440"/>
          </a:xfrm>
          <a:prstGeom prst="roundRect">
            <a:avLst>
              <a:gd name="adj" fmla="val 27245"/>
            </a:avLst>
          </a:prstGeom>
          <a:solidFill>
            <a:srgbClr val="1C9770"/>
          </a:solidFill>
          <a:ln/>
        </p:spPr>
      </p:sp>
      <p:sp>
        <p:nvSpPr>
          <p:cNvPr id="36" name="Shape 34"/>
          <p:cNvSpPr/>
          <p:nvPr/>
        </p:nvSpPr>
        <p:spPr>
          <a:xfrm>
            <a:off x="9961364" y="5325189"/>
            <a:ext cx="498158" cy="498157"/>
          </a:xfrm>
          <a:prstGeom prst="roundRect">
            <a:avLst>
              <a:gd name="adj" fmla="val 183557"/>
            </a:avLst>
          </a:prstGeom>
          <a:solidFill>
            <a:srgbClr val="1C9770"/>
          </a:solidFill>
          <a:ln/>
        </p:spPr>
      </p:sp>
      <p:sp>
        <p:nvSpPr>
          <p:cNvPr id="37" name="Text 35"/>
          <p:cNvSpPr/>
          <p:nvPr/>
        </p:nvSpPr>
        <p:spPr>
          <a:xfrm>
            <a:off x="10110788" y="5449729"/>
            <a:ext cx="19919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7564755" y="5989439"/>
            <a:ext cx="2075974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Input Sanitization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64755" y="6321862"/>
            <a:ext cx="5291495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Frontend + backend validation · Null byte stripping · URL parsing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85317" y="6877645"/>
            <a:ext cx="11459766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Implemented by Nitin Raj — Cybersecurity track, HackIndia Spark 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9799"/>
            <a:ext cx="87139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ONLY COMPLETE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2206"/>
            <a:ext cx="13042821" cy="4567476"/>
          </a:xfrm>
          <a:prstGeom prst="roundRect">
            <a:avLst>
              <a:gd name="adj" fmla="val 7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41982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563535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563535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Wappalyzer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6706" y="2563535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BuiltWith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933033" y="2563535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STACKLENS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321385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Tech Detection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940379" y="3213854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6706" y="3213854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60%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933033" y="3213854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1500+ SIGNATURES ✓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386417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Explanation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940379" y="3864173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6706" y="3864173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933033" y="3864173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✓ MISTRAL 7B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343" y="451449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Code Skeleton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40379" y="4514493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6706" y="4514493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933033" y="4514493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✓ READY TO USE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516481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 Fallback Layers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5164812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936706" y="5164812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933033" y="5164812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✓ ALWAYS WORKS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343" y="581513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Privacy/Offline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4940379" y="5815132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936706" y="5815132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✗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933033" y="5815132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✓ 100% LOCAL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801410" y="632174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28343" y="646545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Price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4940379" y="6465451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Free ext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936706" y="6465451"/>
            <a:ext cx="25350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₹24,000/yr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10933033" y="6465451"/>
            <a:ext cx="266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✓ FREE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8874"/>
            <a:ext cx="9359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BUILT FOR EVERYONE WHO BUILDS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31281"/>
            <a:ext cx="1767840" cy="176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682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173028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Learn real-world stacks by example · Free forever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034921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27M+ developers in India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631281"/>
            <a:ext cx="1767840" cy="1767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4682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Startup Founders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17302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Competitive intelligence in 60 seconds · ₹1500/month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125278" y="603492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4,500+ funded Indian startups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631281"/>
            <a:ext cx="1767840" cy="1767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6884" y="46826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Freelancers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456884" y="517302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Impress clients · Replicate any site's architecture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456884" y="603492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2M+ Indian freelancers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631281"/>
            <a:ext cx="1767840" cy="17678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8491" y="4682609"/>
            <a:ext cx="29116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Security Researchers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10788491" y="517302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Passive web recon · OSINT analysis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0788491" y="603492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Cybersecurity market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737" y="676156"/>
            <a:ext cx="5391150" cy="673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GIVE US ANY URL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4737" y="1759982"/>
            <a:ext cx="13120926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We'll tell you exactly how it was built.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4737" y="2531983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Test Sites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54737" y="3099554"/>
            <a:ext cx="4250412" cy="1669256"/>
          </a:xfrm>
          <a:prstGeom prst="roundRect">
            <a:avLst>
              <a:gd name="adj" fmla="val 1938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744022" y="3099554"/>
            <a:ext cx="4271843" cy="1669256"/>
          </a:xfrm>
          <a:prstGeom prst="roundRect">
            <a:avLst>
              <a:gd name="adj" fmla="val 193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59644" y="3261241"/>
            <a:ext cx="3840599" cy="1345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stripe.com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vercel.com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linear.app</a:t>
            </a:r>
            <a:endParaRPr lang="en-US" sz="165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github.com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4737" y="4999434"/>
            <a:ext cx="4250412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Pre-cached · Instant results</a:t>
            </a:r>
            <a:endParaRPr lang="en-US" sz="16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76" y="2780705"/>
            <a:ext cx="2286000" cy="2286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54737" y="5750957"/>
            <a:ext cx="4236958" cy="1227653"/>
          </a:xfrm>
          <a:prstGeom prst="roundRect">
            <a:avLst>
              <a:gd name="adj" fmla="val 2635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970359" y="5966579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Detected Stack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70359" y="6426518"/>
            <a:ext cx="3805714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Next.js · Tailwind · TypeScript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5196602" y="5750957"/>
            <a:ext cx="4237077" cy="1227653"/>
          </a:xfrm>
          <a:prstGeom prst="roundRect">
            <a:avLst>
              <a:gd name="adj" fmla="val 2635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5412224" y="5966579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Performance Score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412224" y="6426518"/>
            <a:ext cx="3805833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98/100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9638586" y="5750957"/>
            <a:ext cx="4236958" cy="1227653"/>
          </a:xfrm>
          <a:prstGeom prst="roundRect">
            <a:avLst>
              <a:gd name="adj" fmla="val 2635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9854208" y="5966579"/>
            <a:ext cx="2695575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Explanation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854208" y="6426518"/>
            <a:ext cx="3805714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Ready to analyze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54737" y="7209234"/>
            <a:ext cx="13120926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⏱</a:t>
            </a:r>
            <a:r>
              <a:rPr lang="en-US" sz="1650" b="1" dirty="0">
                <a:solidFill>
                  <a:srgbClr val="FF55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Under 60 seconds. Every time. Any site.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5649" y="1070967"/>
            <a:ext cx="4812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FROM HACKINDIA TO ₹1 CRORE ARR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649" y="1510308"/>
            <a:ext cx="566976" cy="7439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69298" y="162365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769298" y="1834753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MVP · Live Now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6769298" y="2004774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HackIndia Spark 4 · Local Ollama · Firebase Auth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5649" y="2254210"/>
            <a:ext cx="566976" cy="7439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769298" y="236755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Q3 2026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769298" y="2578656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SaaS Launch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6769298" y="2748677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₹1500/mo Pro · Razorpay · Cloud Deploy · Team Plans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5649" y="2998113"/>
            <a:ext cx="566976" cy="7439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69298" y="311146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2027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769298" y="3322558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Platform + Extensions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6769298" y="3492579"/>
            <a:ext cx="7201853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VS Code Ext · Chrome Ext · Bulk API · Enterprise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6145649" y="3827026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Pricing Strategy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145649" y="4124682"/>
            <a:ext cx="7825502" cy="573881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18" name="Text 12"/>
          <p:cNvSpPr/>
          <p:nvPr/>
        </p:nvSpPr>
        <p:spPr>
          <a:xfrm>
            <a:off x="6258997" y="423803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FREE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58997" y="4449128"/>
            <a:ext cx="75988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₹0 · 10 scans/month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145649" y="4755237"/>
            <a:ext cx="7825502" cy="743903"/>
          </a:xfrm>
          <a:prstGeom prst="roundRect">
            <a:avLst>
              <a:gd name="adj" fmla="val 2287"/>
            </a:avLst>
          </a:prstGeom>
          <a:solidFill>
            <a:srgbClr val="FF5500"/>
          </a:solidFill>
          <a:ln/>
        </p:spPr>
      </p:sp>
      <p:sp>
        <p:nvSpPr>
          <p:cNvPr id="21" name="Text 15"/>
          <p:cNvSpPr/>
          <p:nvPr/>
        </p:nvSpPr>
        <p:spPr>
          <a:xfrm>
            <a:off x="6258997" y="486858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58997" y="5079683"/>
            <a:ext cx="75988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₹1500/mo · Unlimited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6258997" y="5249704"/>
            <a:ext cx="75988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145649" y="5555813"/>
            <a:ext cx="7825502" cy="573881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25" name="Text 19"/>
          <p:cNvSpPr/>
          <p:nvPr/>
        </p:nvSpPr>
        <p:spPr>
          <a:xfrm>
            <a:off x="6258997" y="566916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API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58997" y="5880259"/>
            <a:ext cx="75988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₹10/scan · Pay as you go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145649" y="6186368"/>
            <a:ext cx="7825502" cy="573881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28" name="Text 22"/>
          <p:cNvSpPr/>
          <p:nvPr/>
        </p:nvSpPr>
        <p:spPr>
          <a:xfrm>
            <a:off x="6258997" y="629971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258997" y="6510814"/>
            <a:ext cx="7598807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Custom · SLA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5649" y="6823948"/>
            <a:ext cx="7825502" cy="334566"/>
          </a:xfrm>
          <a:prstGeom prst="roundRect">
            <a:avLst>
              <a:gd name="adj" fmla="val 5085"/>
            </a:avLst>
          </a:prstGeom>
          <a:solidFill>
            <a:srgbClr val="BEF3E2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8997" y="6965633"/>
            <a:ext cx="141684" cy="1133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514028" y="6908959"/>
            <a:ext cx="734377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BuiltWith charges ₹24,000/year with fewer features. We charge ₹1500. Indian price. Global quality.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Custom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 Semi Bold</vt:lpstr>
      <vt:lpstr>Consolas Medium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Nitin Raj</cp:lastModifiedBy>
  <cp:revision>2</cp:revision>
  <dcterms:created xsi:type="dcterms:W3CDTF">2026-03-20T12:12:47Z</dcterms:created>
  <dcterms:modified xsi:type="dcterms:W3CDTF">2026-03-20T12:17:12Z</dcterms:modified>
</cp:coreProperties>
</file>